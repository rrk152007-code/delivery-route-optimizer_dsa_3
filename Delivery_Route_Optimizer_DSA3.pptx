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Delivery Route Optimizer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 err="1">
                <a:solidFill>
                  <a:srgbClr val="0070C0"/>
                </a:solidFill>
              </a:rPr>
              <a:t>R.RadhaKrishna</a:t>
            </a:r>
            <a:r>
              <a:rPr lang="en-US" dirty="0">
                <a:solidFill>
                  <a:srgbClr val="0070C0"/>
                </a:solidFill>
              </a:rPr>
              <a:t> 2520090063</a:t>
            </a:r>
          </a:p>
          <a:p>
            <a:r>
              <a:rPr lang="en-US" dirty="0" err="1">
                <a:solidFill>
                  <a:srgbClr val="0070C0"/>
                </a:solidFill>
              </a:rPr>
              <a:t>R.Jagadeesh</a:t>
            </a:r>
            <a:r>
              <a:rPr lang="en-US" dirty="0">
                <a:solidFill>
                  <a:srgbClr val="0070C0"/>
                </a:solidFill>
              </a:rPr>
              <a:t>    2520090030</a:t>
            </a:r>
          </a:p>
          <a:p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Java-based system that finds the shortest and most cost-effective delivery routes between multiple locations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Applies core DSA concepts — graph representation and Dijkstra's Algorithm — to compute the optimal path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Takes delivery locations, distances and destination details as input from the user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Uses graphs, priority queues and efficient searching techniques to solve real-world logistics problems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Provides a simple, user-friendly interface for entering routes and viewing optimized results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Reduces unnecessary travel, saving time, fuel and operational cost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Efficient delivery routing is critical for modern logistics, e-commerce and transportation services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Manual route planning is slow, error-prone and rarely gives the most cost-effective path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The Delivery Route Optimizer automates route selection using Data Structures and Algorithms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The delivery network is modeled as a weighted graph — locations are nodes, distances are edges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Goal: determine the shortest path between a source and multiple delivery destinations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Built in Java, combining a strong algorithmic foundation with a practical, usable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Dijkstra's Algorithm (1959): a greedy approach that finds the shortest path from a single source to all other nodes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Bellman-Ford Algorithm: handles graphs with negative edge weights, but is slower than Dijkstra's Algorithm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A* Search Algorithm: a heuristic-based approach, commonly used in GPS and navigation systems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Commercial systems such as Google Maps and delivery apps rely on similar graph-based shortest-path techniques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Using a Priority Queue (Min-Heap) to implement Dijkstra's Algorithm improves its running time considerably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Existing literature supports graphs and shortest-path algorithms as an effective foundation for route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C00000"/>
                </a:solidFill>
                <a:latin typeface="Calibri"/>
              </a:rPr>
              <a:t>Problem Statement</a:t>
            </a:r>
          </a:p>
          <a:p>
            <a:pPr marL="342900" indent="-342900" algn="l">
              <a:lnSpc>
                <a:spcPct val="115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Manual and unplanned delivery routing leads to wasted travel distance, higher fuel usage and increased delivery time and cost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C00000"/>
                </a:solidFill>
                <a:latin typeface="Calibri"/>
              </a:rPr>
              <a:t>Objectives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Design a graph-based model to represent delivery locations and routes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Implement Dijkstra's Algorithm to compute the shortest path efficiently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Build a simple interface to input locations, distances and destinations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Minimize total travel distance and overall delivery time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Display a clear, optimized delivery route as the final output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200" name="FlowBox0"/>
          <p:cNvSpPr/>
          <p:nvPr/>
        </p:nvSpPr>
        <p:spPr>
          <a:xfrm>
            <a:off x="3396000" y="980000"/>
            <a:ext cx="6200000" cy="6600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C00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/>
              </a:rPr>
              <a:t>Input Locations, Distances &amp; Destinations</a:t>
            </a:r>
          </a:p>
        </p:txBody>
      </p:sp>
      <p:sp>
        <p:nvSpPr>
          <p:cNvPr id="201" name="Arrow0"/>
          <p:cNvSpPr/>
          <p:nvPr/>
        </p:nvSpPr>
        <p:spPr>
          <a:xfrm>
            <a:off x="6316000" y="1640000"/>
            <a:ext cx="360000" cy="260000"/>
          </a:xfrm>
          <a:prstGeom prst="downArrow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02" name="FlowBox1"/>
          <p:cNvSpPr/>
          <p:nvPr/>
        </p:nvSpPr>
        <p:spPr>
          <a:xfrm>
            <a:off x="3396000" y="1900000"/>
            <a:ext cx="6200000" cy="6600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C00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/>
              </a:rPr>
              <a:t>Build Weighted Graph (Nodes &amp; Edges)</a:t>
            </a:r>
          </a:p>
        </p:txBody>
      </p:sp>
      <p:sp>
        <p:nvSpPr>
          <p:cNvPr id="203" name="Arrow1"/>
          <p:cNvSpPr/>
          <p:nvPr/>
        </p:nvSpPr>
        <p:spPr>
          <a:xfrm>
            <a:off x="6316000" y="2560000"/>
            <a:ext cx="360000" cy="260000"/>
          </a:xfrm>
          <a:prstGeom prst="downArrow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04" name="FlowBox2"/>
          <p:cNvSpPr/>
          <p:nvPr/>
        </p:nvSpPr>
        <p:spPr>
          <a:xfrm>
            <a:off x="3396000" y="2820000"/>
            <a:ext cx="6200000" cy="6600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C00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/>
              </a:rPr>
              <a:t>Apply Dijkstra's Algorithm using a Priority Queue</a:t>
            </a:r>
          </a:p>
        </p:txBody>
      </p:sp>
      <p:sp>
        <p:nvSpPr>
          <p:cNvPr id="205" name="Arrow2"/>
          <p:cNvSpPr/>
          <p:nvPr/>
        </p:nvSpPr>
        <p:spPr>
          <a:xfrm>
            <a:off x="6316000" y="3480000"/>
            <a:ext cx="360000" cy="260000"/>
          </a:xfrm>
          <a:prstGeom prst="downArrow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06" name="FlowBox3"/>
          <p:cNvSpPr/>
          <p:nvPr/>
        </p:nvSpPr>
        <p:spPr>
          <a:xfrm>
            <a:off x="3396000" y="3740000"/>
            <a:ext cx="6200000" cy="6600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C00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/>
              </a:rPr>
              <a:t>Calculate the Shortest / Optimal Path</a:t>
            </a:r>
          </a:p>
        </p:txBody>
      </p:sp>
      <p:sp>
        <p:nvSpPr>
          <p:cNvPr id="207" name="Arrow3"/>
          <p:cNvSpPr/>
          <p:nvPr/>
        </p:nvSpPr>
        <p:spPr>
          <a:xfrm>
            <a:off x="6316000" y="4400000"/>
            <a:ext cx="360000" cy="260000"/>
          </a:xfrm>
          <a:prstGeom prst="downArrow">
            <a:avLst/>
          </a:prstGeom>
          <a:solidFill>
            <a:srgbClr val="C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08" name="FlowBox4"/>
          <p:cNvSpPr/>
          <p:nvPr/>
        </p:nvSpPr>
        <p:spPr>
          <a:xfrm>
            <a:off x="3396000" y="4660000"/>
            <a:ext cx="6200000" cy="6600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C00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/>
              </a:rPr>
              <a:t>Display Optimized Route &amp; Total Distance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Successfully computes the shortest path between a source location and multiple delivery destinations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Correctly handles multiple locations connected by routes of varying distances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Displays the optimized delivery route along with the total distance covered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Route generated by the system shows reduced travel distance compared to manual/unordered selection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The interface accepts dynamic input of new locations, distances and destinations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Output of Dijkstra's Algorithm was verified and matched manual shortest-path calculations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0" name="Hardware"/>
          <p:cNvSpPr txBox="1"/>
          <p:nvPr/>
        </p:nvSpPr>
        <p:spPr>
          <a:xfrm>
            <a:off x="3150000" y="1000000"/>
            <a:ext cx="40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/>
              </a:rPr>
              <a:t>Hardware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Processor: Intel i3 or above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RAM: 4 GB minimum (8 GB recommended)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Hard Disk: 500 MB free space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Standard keyboard, mouse and monitor</a:t>
            </a:r>
          </a:p>
        </p:txBody>
      </p:sp>
      <p:sp>
        <p:nvSpPr>
          <p:cNvPr id="101" name="Software"/>
          <p:cNvSpPr txBox="1"/>
          <p:nvPr/>
        </p:nvSpPr>
        <p:spPr>
          <a:xfrm>
            <a:off x="7650000" y="1000000"/>
            <a:ext cx="40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Calibri"/>
              </a:rPr>
              <a:t>Software Requirements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Operating System: Windows / Linux / macOS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Programming Language: Java (JDK 8 or above)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IDE: Eclipse / IntelliJ IDEA / NetBeans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rgbClr val="000000"/>
                </a:solidFill>
                <a:latin typeface="Calibri"/>
              </a:rPr>
              <a:t>Java Collections Framework (PriorityQueue, HashMap, ArrayList)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/>
              </a:rPr>
              <a:t>The Delivery Route Optimizer successfully applies Data Structures and Algorithms to a real-world logistics problem</a:t>
            </a:r>
          </a:p>
          <a:p>
            <a:pPr marL="342900" indent="-342900" algn="l">
              <a:lnSpc>
                <a:spcPct val="115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/>
              </a:rPr>
              <a:t>Demonstrates the practical use of graphs, priority queues and shortest-path algorithms</a:t>
            </a:r>
          </a:p>
          <a:p>
            <a:pPr marL="342900" indent="-342900" algn="l">
              <a:lnSpc>
                <a:spcPct val="115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/>
              </a:rPr>
              <a:t>Helps reduce travel distance, delivery time, fuel consumption and operational cost</a:t>
            </a:r>
          </a:p>
          <a:p>
            <a:pPr marL="342900" indent="-342900" algn="l">
              <a:lnSpc>
                <a:spcPct val="115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/>
              </a:rPr>
              <a:t>Strengthens understanding of algorithm design, graph theory and optimization techniques</a:t>
            </a:r>
          </a:p>
          <a:p>
            <a:pPr marL="342900" indent="-342900" algn="l">
              <a:lnSpc>
                <a:spcPct val="115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/>
              </a:rPr>
              <a:t>Delivers a simple, functional and educational route-management 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0" name="Body Content"/>
          <p:cNvSpPr txBox="1"/>
          <p:nvPr/>
        </p:nvSpPr>
        <p:spPr>
          <a:xfrm>
            <a:off x="3150000" y="1000000"/>
            <a:ext cx="8550000" cy="5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Integrate real-time traffic data for dynamic, up-to-date route updates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Extend the system to multi-vehicle, multi-destination routing (Vehicle Routing Problem)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Add GPS and map API integration for real-world coordinates and visualization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Implement the A* algorithm for faster, heuristic-based pathfinding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Develop a mobile or web application for wider accessibility</a:t>
            </a:r>
          </a:p>
          <a:p>
            <a:pPr marL="342900" indent="-342900" algn="l">
              <a:lnSpc>
                <a:spcPct val="11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Incorporate machine learning to predict demand and traffic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716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Delivery Route Optimizer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radha krishna</cp:lastModifiedBy>
  <cp:revision>20</cp:revision>
  <dcterms:created xsi:type="dcterms:W3CDTF">2024-08-29T05:25:00Z</dcterms:created>
  <dcterms:modified xsi:type="dcterms:W3CDTF">2026-08-25T03:49:46Z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